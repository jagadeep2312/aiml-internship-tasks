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Economica"/>
      <p:regular r:id="rId11"/>
      <p:bold r:id="rId12"/>
      <p:italic r:id="rId13"/>
      <p:boldItalic r:id="rId14"/>
    </p:embeddedFont>
    <p:embeddedFont>
      <p:font typeface="Open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Economica-regular.fntdata"/><Relationship Id="rId10" Type="http://schemas.openxmlformats.org/officeDocument/2006/relationships/slide" Target="slides/slide5.xml"/><Relationship Id="rId13" Type="http://schemas.openxmlformats.org/officeDocument/2006/relationships/font" Target="fonts/Economica-italic.fntdata"/><Relationship Id="rId12" Type="http://schemas.openxmlformats.org/officeDocument/2006/relationships/font" Target="fonts/Economic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penSans-regular.fntdata"/><Relationship Id="rId14" Type="http://schemas.openxmlformats.org/officeDocument/2006/relationships/font" Target="fonts/Economica-boldItalic.fntdata"/><Relationship Id="rId17" Type="http://schemas.openxmlformats.org/officeDocument/2006/relationships/font" Target="fonts/OpenSans-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pen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cfa2766e5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g3acfa2766e5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cfa2766e5_2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acfa2766e5_2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cfa2766e5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acfa2766e5_2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cfa2766e5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acfa2766e5_2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cfa2766e5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acfa2766e5_2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2: Numpy + Pandas Deep Dive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Numpy Arrays, Indexing, Reshaping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Vectorization vs Loops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Pandas Series &amp; DataFrames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Cleaning Operations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Guided Hands-on + Fun Task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Numpy Fundamentals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 creation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Indexing &amp; slicing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Reshaping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Vectorized operations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Pandas Essentials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Series &amp; DataFrames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Loading CSV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Filtering &amp; Sorting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Statistics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Cleaning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values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Duplicates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Replacing values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Fixing text &amp; datatypes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 Task: Mini Netflix Dataset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your own dataset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 ratings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1200"/>
              </a:spcAft>
              <a:buClr>
                <a:schemeClr val="dk1"/>
              </a:buClr>
              <a:buSzPts val="2800"/>
              <a:buChar char="○"/>
            </a:pPr>
            <a:r>
              <a:rPr lang="e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Genres, actors, durations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